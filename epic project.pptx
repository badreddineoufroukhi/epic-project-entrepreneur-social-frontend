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B65B75-ADD5-4454-B3DE-4EB729065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FE198C8-32F7-4432-A32C-8B71D8480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1F7F50-EC17-450D-8584-D442D74E7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3B04-AC77-494D-9712-963BB1C08CA6}" type="datetimeFigureOut">
              <a:rPr lang="fr-FR" smtClean="0"/>
              <a:t>27/02/2025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AF703D-E5B4-414A-AA8D-C19BBD164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152AB0-FC7F-4F9C-BBE1-0A60AD07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189E3-2179-49D4-958A-C0EB2B0F68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2180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C9AE67-E9D0-4D8F-8163-F43B72328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0851C6-190C-4754-B612-A515A8546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681F87-1345-44B1-85E6-22C7C6947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3B04-AC77-494D-9712-963BB1C08CA6}" type="datetimeFigureOut">
              <a:rPr lang="fr-FR" smtClean="0"/>
              <a:t>27/02/2025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A2EE93-B605-49A4-822B-0CF4B27E0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70FBD9-150F-46B3-B7FB-842BF0F6D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189E3-2179-49D4-958A-C0EB2B0F68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9496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0F5F41-750C-4E22-B204-B4641296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D6A6F7-5190-45F0-8EEE-4C4212FCA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FBA9CF-E9EA-4F99-B5DC-E08104ABD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3B04-AC77-494D-9712-963BB1C08CA6}" type="datetimeFigureOut">
              <a:rPr lang="fr-FR" smtClean="0"/>
              <a:t>27/02/2025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1C313A-80A6-4C1C-94DD-39E3ACB49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63E2D1-687A-4A91-A126-51DB1679E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189E3-2179-49D4-958A-C0EB2B0F68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6428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D7C452-3FB2-484D-B5E7-751DC41BC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3A538A-0B17-4158-B5A5-87B8A4E53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9263E1-1C67-4882-BBC1-2EF9D537E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3361EFD-074B-48DD-A724-CCF88E6C9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3B04-AC77-494D-9712-963BB1C08CA6}" type="datetimeFigureOut">
              <a:rPr lang="fr-FR" smtClean="0"/>
              <a:t>27/02/2025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BF5F8A-FDB4-4E77-935C-297EF9C34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BBD997C-6445-4E46-B9BE-3B31D03E4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189E3-2179-49D4-958A-C0EB2B0F68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9787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0B48E5-F7F7-4A0F-82CE-36582E3DC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75714FA-C34F-407E-8C9B-8BF20AB14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A97857-85D9-4765-B659-4382AFAF7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1DF2A94-0746-4FE9-8D68-CEE70C008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CC1E0E3-B817-4282-8F0D-B5E59949A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0CBB5C9-0EED-470F-8D52-694E56627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3B04-AC77-494D-9712-963BB1C08CA6}" type="datetimeFigureOut">
              <a:rPr lang="fr-FR" smtClean="0"/>
              <a:t>27/02/2025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057DD19-AC5C-4088-985D-DB3ABC12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48929B7-BECA-4B70-9447-B5E55DEE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189E3-2179-49D4-958A-C0EB2B0F68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5349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759875-4D27-47BB-8E8C-169A6EA4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7827977-1B1B-4841-8238-E1936EB09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3B04-AC77-494D-9712-963BB1C08CA6}" type="datetimeFigureOut">
              <a:rPr lang="fr-FR" smtClean="0"/>
              <a:t>27/02/2025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06E604A-5CAA-4620-A427-0097A378E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EA8D75B-6DE4-4AB5-A53B-17747672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189E3-2179-49D4-958A-C0EB2B0F68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9107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B3E881A-7539-4AE0-82F0-3B92EEFBD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3B04-AC77-494D-9712-963BB1C08CA6}" type="datetimeFigureOut">
              <a:rPr lang="fr-FR" smtClean="0"/>
              <a:t>27/02/2025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02C1AEC-4983-4A24-B261-CEE6CA80F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4AB7BA-3BD4-48D7-B5A4-D643059AE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189E3-2179-49D4-958A-C0EB2B0F68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0214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308A10-D95D-4094-9D89-2EF11EA65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CE130A-648D-4CF2-81B5-E6A151AB7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0379C7D-1A5E-461A-8A4E-62BB65321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19827A-B7A5-405E-B113-1E80792EA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3B04-AC77-494D-9712-963BB1C08CA6}" type="datetimeFigureOut">
              <a:rPr lang="fr-FR" smtClean="0"/>
              <a:t>27/02/2025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CEF048D-7D86-455E-9DD3-17D4FF57D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98B6525-D1DE-4739-B065-109C15585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189E3-2179-49D4-958A-C0EB2B0F68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4671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765D84-85EA-4ACC-9568-8D8110839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51E2F78-8E91-456B-856E-578374989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519A5A4-5936-4588-B225-889886EF3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85A8BA-C5B5-40DB-9E62-9873BAF29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3B04-AC77-494D-9712-963BB1C08CA6}" type="datetimeFigureOut">
              <a:rPr lang="fr-FR" smtClean="0"/>
              <a:t>27/02/2025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E8A36CF-8357-4D0F-82D9-37B748BCC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1B2094C-3DC8-4184-821B-9925DFC8D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189E3-2179-49D4-958A-C0EB2B0F68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427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EF3AE5-B18A-412C-A7DB-01F159D2F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89F2B9C-4408-46BB-9043-94BA208EE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AE6099-8C69-4783-80BC-A594688C8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3B04-AC77-494D-9712-963BB1C08CA6}" type="datetimeFigureOut">
              <a:rPr lang="fr-FR" smtClean="0"/>
              <a:t>27/02/2025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FA5A07-5FE6-4222-BAAD-2FC31A2A6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915BFD-9B72-4B4B-B72C-E17C0E8AC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189E3-2179-49D4-958A-C0EB2B0F68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0999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DE32C1-BEEA-4AD0-9488-AB4A23E24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65FFFF1-A276-445E-8C81-9662FFD52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C4986B-D542-4345-8F47-51D98C0F6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43B04-AC77-494D-9712-963BB1C08CA6}" type="datetimeFigureOut">
              <a:rPr lang="fr-FR" smtClean="0"/>
              <a:t>27/02/2025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64917D-D705-4C93-B5D9-FA5EC348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D9A91F-B72B-4CEA-B71C-260996EE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189E3-2179-49D4-958A-C0EB2B0F68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2327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B5D196D-B080-4C0E-8675-02FFBDAC2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B9CEF39-F2DA-485F-9F8D-C6B741408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C2F2E-78EC-4C5F-8708-FD155708E5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A43B04-AC77-494D-9712-963BB1C08CA6}" type="datetimeFigureOut">
              <a:rPr lang="fr-FR" smtClean="0"/>
              <a:t>27/02/2025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A5C427-7854-4FA0-996F-46603E180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C38F0A-11B6-4428-8FA2-C16AD2F2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189E3-2179-49D4-958A-C0EB2B0F68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6323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88BBCF4-5BB5-4A65-B9E6-1428D2500DD1}"/>
              </a:ext>
            </a:extLst>
          </p:cNvPr>
          <p:cNvSpPr txBox="1"/>
          <p:nvPr/>
        </p:nvSpPr>
        <p:spPr>
          <a:xfrm>
            <a:off x="3034553" y="358587"/>
            <a:ext cx="612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EPIC PROJECT (OUVRIER - CLIENT)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0A488C1-1A0B-4F77-81F9-D5CD46562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82" y="1267753"/>
            <a:ext cx="10875835" cy="305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8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D5F2748-7127-451A-927C-6D7D5E56F1DD}"/>
              </a:ext>
            </a:extLst>
          </p:cNvPr>
          <p:cNvSpPr txBox="1"/>
          <p:nvPr/>
        </p:nvSpPr>
        <p:spPr>
          <a:xfrm>
            <a:off x="3034553" y="367551"/>
            <a:ext cx="612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Diagramme de class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2784715-174B-48EC-991A-27555F3C8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687" y="776626"/>
            <a:ext cx="8838626" cy="609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62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CFCCF1D-96B5-4D04-B2B5-2A9B3575205B}"/>
              </a:ext>
            </a:extLst>
          </p:cNvPr>
          <p:cNvSpPr txBox="1"/>
          <p:nvPr/>
        </p:nvSpPr>
        <p:spPr>
          <a:xfrm>
            <a:off x="3034553" y="367551"/>
            <a:ext cx="612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Les acteurs principales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E7CB16-8AE9-4340-80BA-C8E78B36C77D}"/>
              </a:ext>
            </a:extLst>
          </p:cNvPr>
          <p:cNvSpPr/>
          <p:nvPr/>
        </p:nvSpPr>
        <p:spPr>
          <a:xfrm>
            <a:off x="963706" y="2864224"/>
            <a:ext cx="2070847" cy="5647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OUVRIER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38482-3DF4-455B-890E-E5A2E6B69647}"/>
              </a:ext>
            </a:extLst>
          </p:cNvPr>
          <p:cNvSpPr/>
          <p:nvPr/>
        </p:nvSpPr>
        <p:spPr>
          <a:xfrm>
            <a:off x="5141259" y="2864224"/>
            <a:ext cx="2070847" cy="5647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CLIENT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9ADBD2-C301-45F8-9E2C-F55081D8EB3A}"/>
              </a:ext>
            </a:extLst>
          </p:cNvPr>
          <p:cNvSpPr/>
          <p:nvPr/>
        </p:nvSpPr>
        <p:spPr>
          <a:xfrm>
            <a:off x="9318812" y="2864224"/>
            <a:ext cx="2070847" cy="5647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ADMIN</a:t>
            </a:r>
          </a:p>
        </p:txBody>
      </p:sp>
    </p:spTree>
    <p:extLst>
      <p:ext uri="{BB962C8B-B14F-4D97-AF65-F5344CB8AC3E}">
        <p14:creationId xmlns:p14="http://schemas.microsoft.com/office/powerpoint/2010/main" val="100767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10B79FC2-72DC-47FE-B85F-6285517594D4}"/>
              </a:ext>
            </a:extLst>
          </p:cNvPr>
          <p:cNvSpPr txBox="1"/>
          <p:nvPr/>
        </p:nvSpPr>
        <p:spPr>
          <a:xfrm>
            <a:off x="3034553" y="89640"/>
            <a:ext cx="612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Les clients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47C659F-A31B-4D55-947B-96A5DA892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98" y="1371600"/>
            <a:ext cx="3577357" cy="41148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B5B9A53-B609-4EF3-BF86-35DFB8B9F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910" y="779927"/>
            <a:ext cx="3359790" cy="411479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DD2081E-4194-4F7D-A8A3-426330CDA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5945" y="4876796"/>
            <a:ext cx="3411176" cy="191844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0698D1C8-26CB-4240-82D7-C76579A57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7454" y="779926"/>
            <a:ext cx="3493651" cy="417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288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1098072-0C92-4646-9F2F-9EC6DE7E8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2" y="134470"/>
            <a:ext cx="4065328" cy="505609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094D01B-6D39-474E-ADF1-E8D12B349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575" y="253216"/>
            <a:ext cx="3592266" cy="266031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B052903-A30A-4D6E-A93A-0B53D1557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6069" y="124336"/>
            <a:ext cx="3685278" cy="266031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BEFD9FB-87B1-49E6-A140-2037A61104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1933" y="3049063"/>
            <a:ext cx="3669414" cy="294832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6C486A8C-E522-46BA-B7D9-45C2039086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7686" y="3133163"/>
            <a:ext cx="3633521" cy="1494478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E3E7596B-90CC-4570-A900-4D9A6FD4F9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4755351"/>
            <a:ext cx="2097375" cy="197714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EE64A7BC-CD91-4E74-9721-EF9C235F64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3381" y="5303047"/>
            <a:ext cx="3396926" cy="138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6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3987E82-D685-4EE5-AF59-7038964D5CBB}"/>
              </a:ext>
            </a:extLst>
          </p:cNvPr>
          <p:cNvSpPr txBox="1"/>
          <p:nvPr/>
        </p:nvSpPr>
        <p:spPr>
          <a:xfrm>
            <a:off x="3034553" y="89640"/>
            <a:ext cx="612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ADMIN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8B57FE5-C477-4DC8-8821-256759D5C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412" y="2680562"/>
            <a:ext cx="8776447" cy="385470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023E8BF-4508-40BE-B475-80312A43C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040" y="602481"/>
            <a:ext cx="8793819" cy="196534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3655EAE-CCC4-45B6-B0CD-E3CA2BA7F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225" y="2680561"/>
            <a:ext cx="9157447" cy="172936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59D4CB0-D1B8-45AF-B867-89DF9470F4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4553" y="1537453"/>
            <a:ext cx="6574085" cy="319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51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4C90354-6A6F-4C69-97EB-BF45C7C60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798"/>
            <a:ext cx="12192000" cy="304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873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3D732F4-F027-4F68-A24D-ED69F15455AA}"/>
              </a:ext>
            </a:extLst>
          </p:cNvPr>
          <p:cNvSpPr txBox="1"/>
          <p:nvPr/>
        </p:nvSpPr>
        <p:spPr>
          <a:xfrm>
            <a:off x="3034552" y="96252"/>
            <a:ext cx="612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OUVRIER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CD027A1-24D6-4348-AA89-BD6109E6C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272" y="978569"/>
            <a:ext cx="1138991" cy="128226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93F80CF-21EC-4326-A362-A98ECCF4B02E}"/>
              </a:ext>
            </a:extLst>
          </p:cNvPr>
          <p:cNvSpPr txBox="1"/>
          <p:nvPr/>
        </p:nvSpPr>
        <p:spPr>
          <a:xfrm>
            <a:off x="9352547" y="2390274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SA" sz="2000" b="1" dirty="0"/>
              <a:t>بدر الدين وفروخي "نجار"</a:t>
            </a:r>
            <a:endParaRPr lang="fr-FR" sz="2000" b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6EAA71D-B153-4647-AE9F-0A0A7CC30E43}"/>
              </a:ext>
            </a:extLst>
          </p:cNvPr>
          <p:cNvSpPr txBox="1"/>
          <p:nvPr/>
        </p:nvSpPr>
        <p:spPr>
          <a:xfrm>
            <a:off x="9352547" y="2783941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2000" b="1" dirty="0"/>
              <a:t>0610719939</a:t>
            </a:r>
            <a:endParaRPr lang="fr-FR" sz="2000" b="1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51AD7A9-0D8F-4C1B-8C16-D1577D27A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0508" y="3374691"/>
            <a:ext cx="598517" cy="598517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FD6ECE5A-8E57-4CED-AC38-10B52CA44694}"/>
              </a:ext>
            </a:extLst>
          </p:cNvPr>
          <p:cNvSpPr txBox="1"/>
          <p:nvPr/>
        </p:nvSpPr>
        <p:spPr>
          <a:xfrm>
            <a:off x="10282987" y="3467451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2000" b="1" dirty="0"/>
              <a:t>خدام</a:t>
            </a:r>
            <a:endParaRPr lang="fr-FR" sz="2000" b="1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0F6373C-D475-465F-8DB9-951EE9B5FAD9}"/>
              </a:ext>
            </a:extLst>
          </p:cNvPr>
          <p:cNvSpPr txBox="1"/>
          <p:nvPr/>
        </p:nvSpPr>
        <p:spPr>
          <a:xfrm>
            <a:off x="8406059" y="3473894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2000" b="1" dirty="0"/>
              <a:t>ما خدامش</a:t>
            </a:r>
            <a:endParaRPr lang="fr-FR" sz="2000" b="1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3F26954-4812-474B-823B-D10FDCEBFC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1126" y="2452718"/>
            <a:ext cx="281421" cy="275222"/>
          </a:xfrm>
          <a:prstGeom prst="rect">
            <a:avLst/>
          </a:prstGeom>
        </p:spPr>
      </p:pic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256FB94-A48F-49EC-94A7-73ECABB4D682}"/>
              </a:ext>
            </a:extLst>
          </p:cNvPr>
          <p:cNvSpPr/>
          <p:nvPr/>
        </p:nvSpPr>
        <p:spPr>
          <a:xfrm>
            <a:off x="9824546" y="4395537"/>
            <a:ext cx="1510439" cy="4001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dirty="0"/>
              <a:t>خدماتي</a:t>
            </a:r>
            <a:endParaRPr lang="fr-FR" dirty="0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D95197D8-3AD7-4BCC-96FD-E432A0620679}"/>
              </a:ext>
            </a:extLst>
          </p:cNvPr>
          <p:cNvSpPr/>
          <p:nvPr/>
        </p:nvSpPr>
        <p:spPr>
          <a:xfrm>
            <a:off x="513347" y="1251284"/>
            <a:ext cx="7379369" cy="56147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Zone de recherche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B289E36-2410-4C32-9287-A46B3A991B70}"/>
              </a:ext>
            </a:extLst>
          </p:cNvPr>
          <p:cNvSpPr/>
          <p:nvPr/>
        </p:nvSpPr>
        <p:spPr>
          <a:xfrm>
            <a:off x="513347" y="2452718"/>
            <a:ext cx="7379369" cy="120488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BB8069EB-5EFE-4AA3-851F-B12E4038F1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055" y="2727940"/>
            <a:ext cx="702228" cy="64675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E9FD5CB7-4469-4A46-8E04-70C72E482B4D}"/>
              </a:ext>
            </a:extLst>
          </p:cNvPr>
          <p:cNvSpPr txBox="1"/>
          <p:nvPr/>
        </p:nvSpPr>
        <p:spPr>
          <a:xfrm>
            <a:off x="4203031" y="2851260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SA" sz="2000" b="1" dirty="0"/>
              <a:t>فاطمة...</a:t>
            </a:r>
            <a:endParaRPr lang="fr-FR" sz="2000" b="1" dirty="0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DBFDA6C1-6B77-4CB5-A477-ACA0A98B48B7}"/>
              </a:ext>
            </a:extLst>
          </p:cNvPr>
          <p:cNvSpPr/>
          <p:nvPr/>
        </p:nvSpPr>
        <p:spPr>
          <a:xfrm>
            <a:off x="688567" y="2851260"/>
            <a:ext cx="1510439" cy="40011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No appel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B3860E31-881F-41ED-B35A-1FED2BDEAFE8}"/>
              </a:ext>
            </a:extLst>
          </p:cNvPr>
          <p:cNvSpPr/>
          <p:nvPr/>
        </p:nvSpPr>
        <p:spPr>
          <a:xfrm>
            <a:off x="2445799" y="2851260"/>
            <a:ext cx="1510439" cy="40011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dirty="0"/>
              <a:t>لم نتفاهم</a:t>
            </a:r>
            <a:endParaRPr lang="fr-FR" dirty="0"/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6237D0B8-3A81-41C7-8380-AA4E5C85A0C6}"/>
              </a:ext>
            </a:extLst>
          </p:cNvPr>
          <p:cNvSpPr/>
          <p:nvPr/>
        </p:nvSpPr>
        <p:spPr>
          <a:xfrm>
            <a:off x="4203031" y="2835218"/>
            <a:ext cx="1510439" cy="40011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dirty="0"/>
              <a:t>تم العمل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010951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</Words>
  <Application>Microsoft Office PowerPoint</Application>
  <PresentationFormat>Grand écran</PresentationFormat>
  <Paragraphs>19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badr eddine oufroukhi</dc:creator>
  <cp:lastModifiedBy>badr eddine oufroukhi</cp:lastModifiedBy>
  <cp:revision>2</cp:revision>
  <dcterms:created xsi:type="dcterms:W3CDTF">2025-02-27T20:36:54Z</dcterms:created>
  <dcterms:modified xsi:type="dcterms:W3CDTF">2025-02-27T23:03:37Z</dcterms:modified>
</cp:coreProperties>
</file>